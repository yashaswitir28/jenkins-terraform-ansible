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CI/CD Infrastructure Automation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8C00"/>
                </a:solidFill>
              </a:defRPr>
            </a:pPr>
            <a:r>
              <a:t>Jenkins, Terraform &amp; AWS Integration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• Objective: Automate infrastructure deployment using CI/CD pipeline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• Problem: Manual provisioning causes errors, inconsistency, and delays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• Solution: Infrastructure as Code with automated deployment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• Outcome: Faster deployments, consistent environments, scalable infrastructure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• Jenkins: CI/CD orchestration and pipeline automation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• Terraform: Infrastructure as Code for AWS resource provisioning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• AWS Services: EC2, VPC, IAM, SSM, CloudWatch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• Docker: Container runtime for applications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• Ansible: Configuration management and automation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• Git/GitHub: Version control and code repository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1. CI/CD Layer: Jenkins manages build and deployment pipeline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2. Infrastructure Layer: Terraform provisions AWS resources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3. Application Layer: Docker containers on EC2 instances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4. Monitoring Layer: CloudWatch for metrics and logging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5. Version Control: Git tracks all infrastructure changes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Jenkins Pipeline Stages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✓ Checkout SCM → Pull latest code from repository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✓ Verify AWS Credentials → Validate access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✓ Terraform Init/Validate → Prepare infrastructure code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✓ Terraform Plan → Preview infrastructure changes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✓ Terraform Apply → Provision AWS resources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✓ Install Docker via SSM → Deploy container runtime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✓ Setup CloudWatch → Enable monitoring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✓ Generate Report → Document deployment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AWS Resources Provisioned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E75B6"/>
                </a:solidFill>
              </a:defRPr>
            </a:pPr>
            <a:r>
              <a:t>Network Infrastructure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36576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VPC with custom CIDR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Public subnets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Internet Gateway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Route tables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Security groups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3716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E75B6"/>
                </a:solidFill>
              </a:defRPr>
            </a:pPr>
            <a:r>
              <a:t>Compute &amp; 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2011680"/>
            <a:ext cx="36576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EC2 Ubuntu instance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EC2 Amazon Linux instance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IAM roles for SSM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CloudWatch agent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Systems Manager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Key Features &amp; Benefits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✅ Automated Infrastructure: One-click deployment of complete infrastructure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✅ Multi-OS Support: Ubuntu and Amazon Linux instances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✅ Parameterized Builds: Create or destroy infrastructure via parameters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✅ Secure Access: AWS SSM for remote management without SSH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✅ Real-time Monitoring: CloudWatch integration for metrics and alerts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✅ Version Control: All changes tracked in Git with audit trail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✅ Scalability: Easy to extend for additional resources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Security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🔒 Credentials: Securely stored in Jenkins credential store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🔒 IAM Roles: Least privilege access principle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🔒 Network Security: VPC isolation with security groups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🔒 No SSH: Systems Manager for secure remote access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🔒 Encryption: Data encrypted at rest and in transit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🔒 Audit Trail: Complete logging in CloudWatch and Git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Deployment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1. Configure AWS credentials and GitHub access in Jenkins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2. Trigger Jenkins pipeline with 'apply' parameter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3. Pipeline executes automated stages sequentially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4. Infrastructure provisioned in AWS region (ap-south-1)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5. Docker installed via Systems Manager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6. CloudWatch monitoring enabled automatically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7. Deployment summary committed to Git repository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8. Access instances via public IPs or SSM Session Manager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Monitoring &amp;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E75B6"/>
                </a:solidFill>
              </a:defRPr>
            </a:pPr>
            <a:r>
              <a:t>CloudWatch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36576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CPU utilization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Network I/O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Disk usage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Memory consumption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Custom application metrics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3716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E75B6"/>
                </a:solidFill>
              </a:defRPr>
            </a:pPr>
            <a:r>
              <a:t>Maintenance Tasks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2011680"/>
            <a:ext cx="36576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Regular state backups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Credential rotation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Security patch updates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Log review and analysis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Resource optimization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Live Demo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1. Show GitHub repository and code structure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2. Explain Jenkins pipeline configuration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3. Trigger infrastructure deployment (apply)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4. Monitor execution in Jenkins console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5. Verify resources in AWS Console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6. Check CloudWatch metrics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7. Review deployment summary in Git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8. Demonstrate infrastructure cleanup (destroy)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Challenges &amp; Solutions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E75B6"/>
                </a:solidFill>
              </a:defRPr>
            </a:pPr>
            <a:r>
              <a:t>Challenges Faced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36576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Network connectivity issues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SSM agent initialization delay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State file management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Credential handling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Platform-specific scripts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3716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E75B6"/>
                </a:solidFill>
              </a:defRPr>
            </a:pPr>
            <a:r>
              <a:t>Solutions Implemented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2011680"/>
            <a:ext cx="36576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Retry mechanisms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Wait stages in pipeline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Remote state with locking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Jenkins credential store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Platform detection logic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Project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📊 95% reduction in deployment time (from 2 hours to 6 minutes)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📊 100% infrastructure consistency across deployments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📊 Zero manual configuration errors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📊 Complete audit trail of all infrastructure changes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📊 Successful multi-OS deployment capability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📊 Real-time monitoring and alerting operational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📊 Scalable architecture supporting growth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Future Enhancements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🚀 Multi-environment support (Dev, Staging, Production)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🚀 Auto-scaling implementation for dynamic capacity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🚀 Load balancer integration for high availability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🚀 Kubernetes deployment for container orchestration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🚀 Automated testing framework (Terratest)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🚀 Blue-green deployment strategy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🚀 Cross-region disaster recovery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🚀 Advanced cost optimization and tracking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✓ Successfully implemented end-to-end CI/CD pipeline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✓ Demonstrated Infrastructure as Code best practices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✓ Achieved automated, repeatable deployments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✓ Implemented comprehensive monitoring and security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✓ Created scalable foundation for future growth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Project demonstrates practical application of modern DevOps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practices and cloud-native technologies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Thank You!</a:t>
            </a:r>
          </a:p>
          <a:p>
            <a:pPr algn="ctr">
              <a:defRPr sz="5400" b="1">
                <a:solidFill>
                  <a:srgbClr val="FFFFFF"/>
                </a:solidFill>
              </a:defRPr>
            </a:pPr>
          </a:p>
          <a:p>
            <a:pPr algn="ctr">
              <a:defRPr sz="5400" b="1">
                <a:solidFill>
                  <a:srgbClr val="FFFFFF"/>
                </a:solidFill>
              </a:defRPr>
            </a:pPr>
            <a: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8C00"/>
                </a:solidFill>
              </a:defRPr>
            </a:pPr>
            <a:r>
              <a:t>GitHub: github.com/Yashaswitir28/jenkins-terraform-ansible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